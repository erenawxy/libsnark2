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N-gram Language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Course: Statistical NLP / Language Modeling</a:t>
            </a:r>
          </a:p>
          <a:p>
            <a:pPr/>
            <a:r>
              <a:t>Topic: Evaluation of N-gram Language Models</a:t>
            </a:r>
          </a:p>
          <a:p>
            <a:pPr/>
            <a:r>
              <a:t>Focus: Perplexity as the main metric</a:t>
            </a:r>
          </a:p>
          <a:p>
            <a:pPr/>
            <a:r>
              <a:t>Presenter: 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Evaluation?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train an n-gram model on a text corpus.</a:t>
            </a:r>
          </a:p>
          <a:p>
            <a:pPr/>
            <a:r>
              <a:t>Question: How good is this model at predicting real language?</a:t>
            </a:r>
          </a:p>
          <a:p>
            <a:pPr/>
            <a:r>
              <a:t>We want the model to generalize to new, unseen text.</a:t>
            </a:r>
          </a:p>
          <a:p>
            <a:pPr/>
            <a:r>
              <a:t>We need an objective number to compare models.</a:t>
            </a:r>
          </a:p>
          <a:p>
            <a:pPr/>
            <a:r>
              <a:t>In this chapter: intrinsic evaluation on a held-out test 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Train, Development, Test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 the corpus into three parts:</a:t>
            </a:r>
          </a:p>
          <a:p>
            <a:pPr/>
            <a:r>
              <a:t>Training set: learn n-gram counts and probabilities.</a:t>
            </a:r>
          </a:p>
          <a:p>
            <a:pPr/>
            <a:r>
              <a:t>Development (dev) set: tune choices such as n-gram order or smoothing.</a:t>
            </a:r>
          </a:p>
          <a:p>
            <a:pPr/>
            <a:r>
              <a:t>Test set: used only once for the final evaluation score.</a:t>
            </a:r>
          </a:p>
          <a:p>
            <a:pPr/>
            <a:r>
              <a:t>Important: do not tune on the test set to avoid overfitting.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Perplexity: Our Main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Given a test sequence w1, ..., wN, the model assigns a probability P(w1..N).</a:t>
            </a:r>
          </a:p>
          <a:p>
            <a:pPr/>
            <a:r>
              <a:t>Perplexity is defined as: PP = P(w1..N)^(-1/N).</a:t>
            </a:r>
          </a:p>
          <a:p>
            <a:pPr/>
            <a:r>
              <a:t>Equivalent using logs: PP = exp( - (1/N) * sum log P(wi | history) ).</a:t>
            </a:r>
          </a:p>
          <a:p>
            <a:pPr/>
            <a:r>
              <a:t>Lower PP = model is less surprised by the test data.</a:t>
            </a:r>
          </a:p>
          <a:p>
            <a:pPr/>
            <a:r>
              <a:t>Perplexity is roughly the average branching factor of the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and How We Use Perplexity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sentence: &lt;s&gt; I eat pizza &lt;/s&gt;.</a:t>
            </a:r>
          </a:p>
          <a:p>
            <a:pPr/>
            <a:r>
              <a:t>The model gives probabilities for each word given its history.</a:t>
            </a:r>
          </a:p>
          <a:p>
            <a:pPr/>
            <a:r>
              <a:t>Multiply these probabilities to get the sentence probability.</a:t>
            </a:r>
          </a:p>
          <a:p>
            <a:pPr/>
            <a:r>
              <a:t>Compute perplexity from the sentence probability and length N.</a:t>
            </a:r>
          </a:p>
          <a:p>
            <a:pPr/>
            <a:r>
              <a:t>When comparing models on the same test set: lower PP is better.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